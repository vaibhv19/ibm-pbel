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BD3E9-7A5A-F148-95BC-A98A2E11B2D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39557-A4F4-9A44-925B-DFE0DE51C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0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hetiffindispatch.vaibhv19.de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tiffindispatch.vaibhv19.dev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2E5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IBM-PBEL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78892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Web Development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Submission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166360" y="4206240"/>
            <a:ext cx="1828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GNIOT, Greater Noida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Vaibhav Gupta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Final-year Computer Science student, GNIOT, Greater Noida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82296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gvaibhav.business@gmail.com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+91 92080 12172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github.com/vaibhv19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407993"/>
              </p:ext>
            </p:extLst>
          </p:nvPr>
        </p:nvGraphicFramePr>
        <p:xfrm>
          <a:off x="548640" y="3383280"/>
          <a:ext cx="11064240" cy="1173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Tiffin Dispatch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Development — E-Commerce / Food-Tech (Frontend)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Deployment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hlinkClick r:id="rId3"/>
                        </a:rPr>
                        <a:t>The Tiffin Dispatch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Repository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539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github.com/vaibhv19/Food-Ordering-System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food-ordering demo projects are typically built around generic, dollar-denominated assumptions that do not reflect a real regional user base. Many student full-stack submissions also stop at a single CRUD flow, without demonstrating a complete, production-style frontend build.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React architecture using functional components, hooks, and the Context API for state management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 between distinct application views (menu, checkout)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a live third-party REST API for real product data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user journey: browse → search/filter → cart → checkout → confirmation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personalization for an Indian audience — currency, dietary norms, and location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Tiffin Dispatch is a frontend-only React application that reproduces a restaurant ordering experience end-to-end, built for academic evaluation rather than commercial deployment.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state is managed globally through the Context API and stays consistent across the menu, cart drawer, and checkout views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 (React Router) separates the menu experience from the checkout flow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API layer fetches category and meal data from TheMealDB; since the source has no real pricing, a deterministic price generator produces a stable, session-consistent price (in ₹) per dish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user journey is implemented: category browsing, search, price/dietary filtering, a saved-favorites view, a quantity-stepper cart, a pickup/delivery checkout, and a printable order receipt with a generated order number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commercial elements — pricing, checkout, and receipts — are explicitly simulated: no backend service, no database, and no real transactions occur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38328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— functional components, hooks (useState, useEffect, useContext)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993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 — global cart and favorites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15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26151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— client-side navigation between menu and checkout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2369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 — utility-first styling, custom typography and color tokens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858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858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— development server and production build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TheMealDB — free public REST API, no API key required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1023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5102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client-side price generator (₹150–₹630 range), keyed to meal ID for session-stable pricing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7241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57241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this is a frontend-only simulation; no server, no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331720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568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interaction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71800" y="1723644"/>
            <a:ext cx="320040" cy="219456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1554480"/>
            <a:ext cx="2331720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19568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MenuPage, CheckoutPage, MealCard, etc.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723644"/>
            <a:ext cx="320040" cy="219456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554480"/>
            <a:ext cx="2331720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45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9568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view routing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96212" y="2404872"/>
            <a:ext cx="219456" cy="320040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834640"/>
            <a:ext cx="2331720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3236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cart &amp; favorites state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30852" y="2404872"/>
            <a:ext cx="219456" cy="320040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834640"/>
            <a:ext cx="2331720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2369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src/api/meals.js — fetch + price logic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30852" y="3685032"/>
            <a:ext cx="219456" cy="320040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23" name="Shape 21"/>
          <p:cNvSpPr/>
          <p:nvPr/>
        </p:nvSpPr>
        <p:spPr>
          <a:xfrm>
            <a:off x="3474720" y="4114800"/>
            <a:ext cx="2331720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TheMealDB REST API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45171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live data source (no key required)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flows one way: user actions update Context; components re-render from Context and API-layer data. No server-side component exists in this application.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 — Menu &amp; Search</a:t>
            </a:r>
            <a:endParaRPr lang="en-US" sz="2800" dirty="0"/>
          </a:p>
        </p:txBody>
      </p:sp>
      <p:pic>
        <p:nvPicPr>
          <p:cNvPr id="3" name="Image 0" descr="deck_assets/178729675892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234440"/>
            <a:ext cx="8778240" cy="40202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91640" y="1234440"/>
            <a:ext cx="8778240" cy="4020286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1640" y="536445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browsing, search, and price/dietary filters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 — Cart</a:t>
            </a:r>
            <a:endParaRPr lang="en-US" sz="2800" dirty="0"/>
          </a:p>
        </p:txBody>
      </p:sp>
      <p:pic>
        <p:nvPicPr>
          <p:cNvPr id="3" name="Image 0" descr="deck_assets/178729680400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234440"/>
            <a:ext cx="8778240" cy="4062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91640" y="1234440"/>
            <a:ext cx="8778240" cy="4062808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1640" y="540697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drawer with quantity stepper and running total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 — Checkout</a:t>
            </a:r>
            <a:endParaRPr lang="en-US" sz="2800" dirty="0"/>
          </a:p>
        </p:txBody>
      </p:sp>
      <p:pic>
        <p:nvPicPr>
          <p:cNvPr id="3" name="Image 0" descr="deck_assets/178729683382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234440"/>
            <a:ext cx="8778240" cy="39751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91640" y="1234440"/>
            <a:ext cx="8778240" cy="3975138"/>
          </a:xfrm>
          <a:prstGeom prst="rect">
            <a:avLst/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91640" y="531930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form, pickup/delivery selection, and order summary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Personalization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was adapted for an Indian audience rather than left with the default assumptions of the underlying data source.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00400" y="1965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prices, subtotals, and checkout totals are shown in Indian Rupees (₹), with mock values scaled to a realistic ₹150–₹630 range rather than a direct dollar-to-rupee symbol swap.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Dietary exclusion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3200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Beef and pork items are excluded from category listings and search results, filtered at both the category level and the individual-item level (source data places some items outside their expected category).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4434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application's contact/location details reflect a Greater Noida, Uttar Pradesh address and an Indian mobile number format, rather than a generic placeholder.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&amp; Live Deployment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94360"/>
        </p:xfrm>
        <a:graphic>
          <a:graphicData uri="http://schemas.openxmlformats.org/drawingml/2006/table">
            <a:tbl>
              <a:tblPr/>
              <a:tblGrid>
                <a:gridCol w="1106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Repository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539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github.com/vaibhv19/Food-Ordering-System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03199"/>
              </p:ext>
            </p:extLst>
          </p:nvPr>
        </p:nvGraphicFramePr>
        <p:xfrm>
          <a:off x="548640" y="2468880"/>
          <a:ext cx="11064240" cy="594360"/>
        </p:xfrm>
        <a:graphic>
          <a:graphicData uri="http://schemas.openxmlformats.org/drawingml/2006/table">
            <a:tbl>
              <a:tblPr/>
              <a:tblGrid>
                <a:gridCol w="1106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Deployment (Vercel)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>
                          <a:hlinkClick r:id="rId3"/>
                        </a:rPr>
                        <a:t>The Tiffin Dispatch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3657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(in the repository) includes setup instructions, full feature list, project structure, and a note confirming the checkout flow is simulated for grading evaluation.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66360" y="3429000"/>
            <a:ext cx="1828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6118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Vaibhav Gupta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9776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gvaibhav.business@gmail.com   •   +91 92080 12172   •   github.com/vaibhv19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</Words>
  <Application>Microsoft Office PowerPoint</Application>
  <PresentationFormat>Widescreen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Vaibhav Gupta</cp:lastModifiedBy>
  <cp:revision>3</cp:revision>
  <dcterms:created xsi:type="dcterms:W3CDTF">2026-08-21T11:54:35Z</dcterms:created>
  <dcterms:modified xsi:type="dcterms:W3CDTF">2026-10-07T05:46:23Z</dcterms:modified>
</cp:coreProperties>
</file>